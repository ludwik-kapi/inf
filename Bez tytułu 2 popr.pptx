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omyśln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95760"/>
            <a:ext cx="907128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tytułu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Drugi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Trzeci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Czwarty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Piąty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Szósty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Siódmy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940BEB-E482-4152-8F7B-FC24D5D3E91E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omyślny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95760"/>
            <a:ext cx="907128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tytułu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086E50-78CC-4CE3-B748-E9F0393B54A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l-PL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konspektu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Czwarty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Piąty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Szósty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Siódmy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omyślny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95760"/>
            <a:ext cx="907128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def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tytułu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C72BBA-785D-488F-80B3-6D66270B0AA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l-PL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Kliknij, aby edytować format tekstu konspektu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Czwarty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Piąty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Szósty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Siódmy poziom konspektu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412920"/>
            <a:ext cx="907128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Metody stycznych (Newtona)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900000" y="2160000"/>
            <a:ext cx="82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falsi (regula falsi)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080000" y="3600000"/>
            <a:ext cx="81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siecznych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p>
            <a:pPr indent="0" algn="just" defTabSz="91440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pl-PL" sz="40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W informatyce  (a dokładniej w analizie numerycznej) metody takie jak stycznych, falsi i siecznych służą do numerycznego znajdowania pierwiastków równań, czyli rozwiązywania równań typu f(x)=0, gdy trudno (lub nie da się wygodnie) rozwiązać ich analitycznie.</a:t>
            </a:r>
            <a:endParaRPr lang="pl-PL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48204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stycznych (Newtona)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4000" y="1984320"/>
            <a:ext cx="8664480" cy="197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28600" indent="0" algn="just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Newtona (metoda stycznych) to iteracyjny algorytm numeryczny służący do wyznaczania miejsc zerowych funkcji poprzez kolejne przybliżenia oparte na stycznych do wykresu funkcji.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raz 14"/>
          <p:cNvPicPr/>
          <p:nvPr/>
        </p:nvPicPr>
        <p:blipFill>
          <a:blip r:embed="rId1"/>
          <a:srcRect l="0" t="0" r="21848" b="0"/>
          <a:stretch/>
        </p:blipFill>
        <p:spPr>
          <a:xfrm>
            <a:off x="5556240" y="1824120"/>
            <a:ext cx="3863520" cy="25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Obraz 15"/>
          <p:cNvPicPr/>
          <p:nvPr/>
        </p:nvPicPr>
        <p:blipFill>
          <a:blip r:embed="rId2"/>
          <a:srcRect l="0" t="0" r="40595" b="14083"/>
          <a:stretch/>
        </p:blipFill>
        <p:spPr>
          <a:xfrm>
            <a:off x="504000" y="299160"/>
            <a:ext cx="4896000" cy="487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falsi (regula falsi)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2144520"/>
            <a:ext cx="9071280" cy="246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Metoda, regula falsi, znana również jako metoda fałszywej linii prostej, jest algorytmem służącym do rozwiązywania równań nieliniowych jednej zmiennej.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raz 21"/>
          <p:cNvPicPr/>
          <p:nvPr/>
        </p:nvPicPr>
        <p:blipFill>
          <a:blip r:embed="rId1"/>
          <a:srcRect l="5689" t="118" r="41045" b="10906"/>
          <a:stretch/>
        </p:blipFill>
        <p:spPr>
          <a:xfrm>
            <a:off x="540000" y="226080"/>
            <a:ext cx="4390200" cy="504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Obraz 20"/>
          <p:cNvPicPr/>
          <p:nvPr/>
        </p:nvPicPr>
        <p:blipFill>
          <a:blip r:embed="rId2"/>
          <a:stretch/>
        </p:blipFill>
        <p:spPr>
          <a:xfrm>
            <a:off x="4355280" y="2346480"/>
            <a:ext cx="5292000" cy="26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94560"/>
            <a:ext cx="9071280" cy="60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siecznych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74520" y="1988640"/>
            <a:ext cx="7885080" cy="276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108000" indent="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pl-PL" sz="28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siecznych to numeryczna metoda znajdowania pierwiastków równań nieliniowych, oparta na przybliżeniu funkcji liniową między dwoma punktami.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Obraz 28"/>
          <p:cNvPicPr/>
          <p:nvPr/>
        </p:nvPicPr>
        <p:blipFill>
          <a:blip r:embed="rId1"/>
          <a:srcRect l="0" t="0" r="34510" b="23795"/>
          <a:stretch/>
        </p:blipFill>
        <p:spPr>
          <a:xfrm>
            <a:off x="364680" y="226080"/>
            <a:ext cx="4366440" cy="367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Obraz 29"/>
          <p:cNvPicPr/>
          <p:nvPr/>
        </p:nvPicPr>
        <p:blipFill>
          <a:blip r:embed="rId2"/>
          <a:srcRect l="0" t="0" r="5668" b="30609"/>
          <a:stretch/>
        </p:blipFill>
        <p:spPr>
          <a:xfrm>
            <a:off x="2680920" y="2644200"/>
            <a:ext cx="7033680" cy="252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ole tekstowe 4"/>
          <p:cNvSpPr/>
          <p:nvPr/>
        </p:nvSpPr>
        <p:spPr>
          <a:xfrm>
            <a:off x="621360" y="720000"/>
            <a:ext cx="8690760" cy="14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Która metoda najlepsza dla x</a:t>
            </a:r>
            <a:r>
              <a:rPr lang="pl-PL" sz="4400" b="0" u="none" strike="noStrike" baseline="30000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2</a:t>
            </a:r>
            <a:r>
              <a:rPr lang="pl-PL" sz="44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−4x−4=0? 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ole tekstowe 6"/>
          <p:cNvSpPr/>
          <p:nvPr/>
        </p:nvSpPr>
        <p:spPr>
          <a:xfrm>
            <a:off x="1438200" y="2486520"/>
            <a:ext cx="705744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pl-PL" sz="2800" b="0" u="none" strike="noStrike">
                <a:solidFill>
                  <a:srgbClr val="002060"/>
                </a:solidFill>
                <a:effectLst/>
                <a:uFillTx/>
                <a:latin typeface="Arial"/>
                <a:ea typeface="DejaVu Sans"/>
              </a:rPr>
              <a:t>Metoda stycznych (Newtona) w tym przypadku będzie najdokładniejsza i najszybsza. Oferuje najlepszy kompromis między szybkością obliczeń a dokładnością wyniku, przewyższając metody o niższym rzędzie zbieżności. 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95760"/>
            <a:ext cx="9071280" cy="120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Dziękuję za uwagę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2756880"/>
            <a:ext cx="9071280" cy="42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LibreOffice/26.2.2.2$Windows_X86_64 LibreOffice_project/1f77d10d6938fd34972958f64b2bcfa54f8b1ba5</Application>
  <AppVersion>15.0000</AppVersion>
  <Words>169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2026-04-15T20:12:18Z</dcterms:created>
  <dc:creator>orbiliusz</dc:creator>
  <dc:description/>
  <dc:language>pl-PL</dc:language>
  <cp:lastModifiedBy/>
  <dcterms:modified xsi:type="dcterms:W3CDTF">2026-04-15T21:17:05Z</dcterms:modified>
  <cp:revision>5</cp:revision>
  <dc:subject/>
  <dc:title>Prezentacja programu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Niestandardowy</vt:lpwstr>
  </property>
  <property fmtid="{D5CDD505-2E9C-101B-9397-08002B2CF9AE}" pid="3" name="Slides">
    <vt:i4>8</vt:i4>
  </property>
</Properties>
</file>